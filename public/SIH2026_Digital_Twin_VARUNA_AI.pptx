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SIH26120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Digital Twin for Well-to-Surface Optimization of CSS and SRP Operations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 &amp; Green Technology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Software · IoT + AI/ML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[Enter Your Team ID]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[Enter Your Team 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CHALLENGES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Subsurface Operations: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real-time visibility into deepwater wellhead dynamics, downhole PDC drill torque, and multi-phase flow lines.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Costly Unscheduled Downtime: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Reactive maintenance leads to catastrophic pump failures, stuck pipe incidents, and ₹25L+ losses per event.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Undetected Water/Gas Breakthroughs: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Emulsion surges and hydrate plugs choke subsea flowlines without early warning or ASTM D1250 net oil purification.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Industrial Data: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Telemetry is siloed across SCADA systems with no 3D spatial twin or automated midnight settlement compliance.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(VARUNA-AI)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50.0 Hz Physics-Informed Cyber-Twin: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Real-time subsea-to-topside 3D visualization in WebGL/Three.js with 20ms ultra-fast sensor ingestion.
</a:t>
            </a:r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1D Kalman Denoising: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Filters raw pressure, temperature, and Coriolis vibration noise for crystal-clear anomaly detection.
</a:t>
            </a:r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ASTM D1250 Net Oil Reconciliation: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Continuously calculates Gross Extracted vs Net Dry Purified Oil, BS&amp;W water-cut %, and associated gas.
</a:t>
            </a:r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180-Day Database &amp; Midnight Settlement: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high-speed database with sub-millisecond binary search and automated 12:00 Midnight DGH regulatory audits.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&amp; SCADA Hardware: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Wellhead PLCs, MPFM Coriolis meters, PDC torque load cells, Serial USB / Modbus.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Physics Engines: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D1250 / API MPMS 11.1, Darcy-Weisbach flow hydraulics, Coriolis resonant density.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&amp; Signal Processing: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Kalman state estimators, XGBoost stick-slip anomaly classifiers.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Spatial Interface: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Three Fiber / Three.js WebGL with real-time gesture &amp; voice HUD.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Database Engine: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&amp; time-series binary search ledger (&lt;0.1ms query latency).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process for implementation: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Multi-Rate Ingestion: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 Hz subsea telemetry stream fed into edge Kalman filters.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Physics Deconvolution: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solve multiphase cut and ASTM temperature/pressure corrections.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3D Spatial Synchronization: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digital twin renders animated flows, riser stresses, and PDC rotation.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Midnight EOD Settlement: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12:00 AM daemon seals certified daily DGH compliance ledgers.</a:t>
            </a:r>
            <a:endParaRPr lang="en-US" sz="1050" dirty="0"/>
          </a:p>
        </p:txBody>
      </p:sp>
      <p:pic>
        <p:nvPicPr>
          <p:cNvPr id="10" name="Image 0" descr="E:\Digital Twin\public\presentation\rig_diorama_colored_17891472505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80160"/>
            <a:ext cx="5120640" cy="2377440"/>
          </a:xfrm>
          <a:prstGeom prst="rect">
            <a:avLst/>
          </a:prstGeom>
        </p:spPr>
      </p:pic>
      <p:pic>
        <p:nvPicPr>
          <p:cNvPr id="11" name="Image 1" descr="E:\Digital Twin\public\presentation\hologram_digital_twin_178914860978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94760"/>
            <a:ext cx="51206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Analysis of the feasibility of the idea: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Proven Industrial Standards: Works directly with standard Modbus RTU, OPC-UA, and AVEVA PI historians.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Low Latency Execution: Sub-millisecond binary search (&lt;0.1ms) enables seamless real-time analytics without cloud latency.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Zero Server Overhead: Self-contained WebGL client runs in any modern browser with local laptop database fallback.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Potential challenges and risks: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Severe deepwater sensor noise and intermittent connectivity at -2,040m seabed.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High computational burden of coupled thermodynamic reservoir simulations.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Strategies for overcoming these challenges: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- 1D Kalman Edge Filter: Suppresses transient bubble glitches and pressure noise locally.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Surrogate Edge AI: XGBoost classifiers act as fast surrogates while heavy physics calibrates asynchronously.</a:t>
            </a:r>
            <a:endParaRPr lang="en-US" sz="1250" dirty="0"/>
          </a:p>
        </p:txBody>
      </p:sp>
      <p:pic>
        <p:nvPicPr>
          <p:cNvPr id="7" name="Image 0" descr="E:\Digital Twin\public\presentation\drill_static_casing_spinning_core_17891494016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 (OIL &amp; ONGC):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Deepwater Subsea Optimization: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Unlocks actionable visibility into deepwater manifolds, enabling higher extraction rates from ultra-deep offshore blocks.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Health &amp; Asset Life: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Maximizes lifespan of drill strings, subsea risers, and topside separators by preventing fatigue and over-torque.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to Autonomous Supervision: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Transforms control room operations from reactive fire-fighting to autonomous AI-driven supervisory guidance.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 Safety (Zero Spills):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pipe blockage and rupture detection prevents catastrophic environmental contamination.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 (Economic &amp; Operational):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Recovery: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₹25+ Lakhs saved per incident through proactive anomaly detection and automated pump speed throttling.
</a:t>
            </a:r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35% Downtime Reduction: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12:00 Midnight reconciliation and instant incident dispatch reduce mean time to resolution.
</a:t>
            </a:r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Lifting Cost Reduction: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multiphase fluid balance and ASTM D1250 purification minimize energy and demulsifier waste.
</a:t>
            </a:r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Regulatory Compliance: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DGH / ISO 14001 daily ledger with cryptographic audit hash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/ Links of the reference and research work: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ASTM D1250 &amp; API MPMS Chapter 11.1 Standards: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Standardized equations for temperature &amp; pressure volume correction factors (CTL/CPL) for crude oils.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Coriolis Resonance &amp; Darcy-Weisbach Multiphase Mechanics: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Mathematical formulation for tube frequency inversion and subsea pipeline friction factor calculations.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1D Kalman Filtering for Industrial SCADA Denoising: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Discrete recursive Bayesian state estimation for high-frequency telemetry streams.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WebGL &amp; Three.js for 3D Cyber-Physical Spatial Computing: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High-performance GPU-accelerated rendering of complex offshore assemblies with real-time gesture interaction.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DGH (Directorate General of Hydrocarbons) Offshore Reporting Guidelines: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Indian statutory standards for certified daily hydrocarbon reconciliation and environmental auditing.</a:t>
            </a:r>
            <a:endParaRPr lang="en-US" sz="1150" dirty="0"/>
          </a:p>
        </p:txBody>
      </p:sp>
      <p:pic>
        <p:nvPicPr>
          <p:cNvPr id="8" name="Image 0" descr="E:\Digital Twin\public\presentation\subsea_pipes_glowing_arrows_17891497584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91640"/>
            <a:ext cx="466344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for Well-to-Surface Optimization of Offshore Oil &amp; Gas Operations</dc:title>
  <dc:subject>PptxGenJS Presentation</dc:subject>
  <dc:creator>VARUNA-AI Team</dc:creator>
  <cp:lastModifiedBy>VARUNA-AI Team</cp:lastModifiedBy>
  <cp:revision>1</cp:revision>
  <dcterms:created xsi:type="dcterms:W3CDTF">2026-09-19T04:58:04Z</dcterms:created>
  <dcterms:modified xsi:type="dcterms:W3CDTF">2026-09-19T04:58:04Z</dcterms:modified>
</cp:coreProperties>
</file>